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CE8BE0-7A83-C905-EBDB-778655B928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9D1B3A-82BA-541D-D438-3E9324183E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28BA7E-B0B7-B51F-C3EF-A24A17102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A1C56-58B3-41F9-84AC-4124D86AD839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5962076-0483-025D-AA1C-C9117CED3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834709D-FCE7-79BB-F738-B9314E562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11A6F-D161-430B-BD83-9B76FFE86B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677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258D27-57E4-98A8-D367-121ECB176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4CBB51-2B9E-A30A-0C0C-B0EEBBDAA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B38C52-164D-9247-7F09-B9294FBF1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A1C56-58B3-41F9-84AC-4124D86AD839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5EF4CE-D83F-CFC0-B3B3-6DCFCD1E7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E4E2125-CD4B-063A-71C8-44F026895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11A6F-D161-430B-BD83-9B76FFE86B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206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93FDB4-066A-85E7-69AF-9FE2E34A7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3C31FDA-191A-9774-A74E-EED99AB6DF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749A73-0F7B-E14E-D0BD-03CA1E687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A1C56-58B3-41F9-84AC-4124D86AD839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985D72-0D6C-7F63-E6FA-B1ABB876C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8493D5-8F5A-882D-6C63-C5EFB749A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11A6F-D161-430B-BD83-9B76FFE86B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135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1AE8B3-E2D1-52F5-E6E0-849D126CB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8979AF-B178-7984-292C-219377E2E0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7DF28C2-C965-467C-4B65-D15B374F79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AFEE1AB-72C0-1032-8587-61B605307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A1C56-58B3-41F9-84AC-4124D86AD839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B5E7F2B-5818-EA9D-0560-F37A37462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D6C99AB-A929-9682-91B0-9E3F8F71A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11A6F-D161-430B-BD83-9B76FFE86B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554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E7B359-07A5-45A4-E52D-1C664181D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2D5712B-4ACE-C7A6-E46A-CC6BEC46F1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82828DE-4A97-B534-9B6B-D871D46B8E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A1FD459-B803-1D28-A55F-13CDA2B1AF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674C48A-D7F4-4154-6DEB-B1484EF3DE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FB71B45-A41E-7E7A-6EBE-B993CFA2B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A1C56-58B3-41F9-84AC-4124D86AD839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D878733-8310-2CA8-9FBD-6AB67ED87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0EC526A-6473-B513-8D15-B69F758EA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11A6F-D161-430B-BD83-9B76FFE86B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727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3997A2-0633-2286-C9F3-E0B15919B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4897C8B-9B8D-CFB5-8C20-CB38E5FDD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A1C56-58B3-41F9-84AC-4124D86AD839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623D6F2-4648-865D-016B-B0DE5EAD8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45667B7-F37A-7C04-C21F-12B61B84F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11A6F-D161-430B-BD83-9B76FFE86B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767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4B66E32-F138-D6D2-D1DF-5C1AEFD98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A1C56-58B3-41F9-84AC-4124D86AD839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503DD3B-D09E-D459-FDBE-FF323A60A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78E4840-A259-7D21-99DF-DFF5DD73D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11A6F-D161-430B-BD83-9B76FFE86B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931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83CAD8-DC11-0BFF-22A9-ED685BF6B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4EBF85-3501-7432-EA42-761624B02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0CCB948-835B-7598-943A-644BC0AE20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1B8ECD1-2A81-1A08-343E-4D9D61F33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A1C56-58B3-41F9-84AC-4124D86AD839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7D4C823-D2F5-2CAD-4972-3BC3CBD0E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3C07401-8A8A-2A76-C840-72C2B727A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11A6F-D161-430B-BD83-9B76FFE86B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674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BDBDA3-F35D-53E1-0741-970E11E0D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C8F919D-DB57-1D77-A397-91E4FEAD12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C6670D5-F2C2-3921-2B24-9E38C22A96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85B012F-C12A-75E3-3C36-DBC91FCA6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A1C56-58B3-41F9-84AC-4124D86AD839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86063EB-F5C9-A787-CE0A-AB4D54942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332FF61-F676-7F1C-3581-C2B9AD8FE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11A6F-D161-430B-BD83-9B76FFE86B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468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5E6DD-7A8F-B23D-896A-90E61F985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A94AFD8-B6CA-87ED-9B93-6C758F4473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E4A0CE8-C028-BF45-7A40-4430DD27B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A1C56-58B3-41F9-84AC-4124D86AD839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17023F5-D2FB-79DB-B91B-CBDD7833D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028F9FB-5365-CB07-E80A-A421E8CD8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11A6F-D161-430B-BD83-9B76FFE86B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614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176EE1-47DF-FD61-E713-9D0805F41E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DED6902-3429-7E6F-91CC-9479E3889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625F69F-FC92-45D7-E9B8-DD2EFDF33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A1C56-58B3-41F9-84AC-4124D86AD839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30D825-464F-DC91-F84F-0AF160525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4DECB5-D22D-7F17-E335-971683EA9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11A6F-D161-430B-BD83-9B76FFE86B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755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70A3517-4A6F-DBD9-29CF-6E1550844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193FE8-48C8-A072-E492-CF0B4B8D45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1391AAB-D49C-4226-56B3-758478D6E4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0A1C56-58B3-41F9-84AC-4124D86AD839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85B85A-727F-9871-BEC6-B7F452B575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9C1E16-65B7-991C-5D4A-E03B3466A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811A6F-D161-430B-BD83-9B76FFE86B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188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C6A98BBA-6A17-BFFF-A95E-46ECE9919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42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597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6147B35-E2D9-F391-62FD-606F60E03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10368"/>
            <a:ext cx="12192000" cy="6868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70770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Panorámica</PresentationFormat>
  <Paragraphs>0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Jaqueline Paola Villa Carreon</dc:creator>
  <cp:lastModifiedBy>Jaqueline Paola Villa Carreon</cp:lastModifiedBy>
  <cp:revision>1</cp:revision>
  <dcterms:created xsi:type="dcterms:W3CDTF">2025-11-06T06:05:27Z</dcterms:created>
  <dcterms:modified xsi:type="dcterms:W3CDTF">2025-11-06T06:07:29Z</dcterms:modified>
</cp:coreProperties>
</file>